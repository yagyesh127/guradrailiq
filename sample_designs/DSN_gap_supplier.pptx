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Supplier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 plan to integrate a new SaaS supplier that will process some company data. The design does not state whether a supplier security assessment was completed or what data classification is involved.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